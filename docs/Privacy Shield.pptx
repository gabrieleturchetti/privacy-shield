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3"/>
  </p:notesMasterIdLst>
  <p:handoutMasterIdLst>
    <p:handoutMasterId r:id="rId14"/>
  </p:handoutMasterIdLst>
  <p:sldIdLst>
    <p:sldId id="410" r:id="rId5"/>
    <p:sldId id="383" r:id="rId6"/>
    <p:sldId id="391" r:id="rId7"/>
    <p:sldId id="408" r:id="rId8"/>
    <p:sldId id="411" r:id="rId9"/>
    <p:sldId id="412" r:id="rId10"/>
    <p:sldId id="406" r:id="rId11"/>
    <p:sldId id="398" r:id="rId12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e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6327" autoAdjust="0"/>
  </p:normalViewPr>
  <p:slideViewPr>
    <p:cSldViewPr snapToGrid="0">
      <p:cViewPr varScale="1">
        <p:scale>
          <a:sx n="90" d="100"/>
          <a:sy n="90" d="100"/>
        </p:scale>
        <p:origin x="84" y="1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395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pPr rtl="0"/>
            <a:fld id="{F43FFF67-0A66-4BA5-8D01-D7436A93C5DC}" type="datetime1">
              <a:rPr lang="it-IT" smtClean="0"/>
              <a:t>23/04/2026</a:t>
            </a:fld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E2C230DF-5933-439D-898F-38E9AC9BA688}" type="slidenum">
              <a:rPr lang="it-IT" smtClean="0"/>
              <a:t>‹N›</a:t>
            </a:fld>
            <a:endParaRPr lang="it-IT" dirty="0"/>
          </a:p>
        </p:txBody>
      </p:sp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8" name="Segnaposto intestazione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fld id="{CCC7B77D-D2C2-452D-80DB-AB1E949B0C69}" type="datetime1">
              <a:rPr lang="it-IT" smtClean="0"/>
              <a:pPr/>
              <a:t>23/04/2026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it-IT"/>
            </a:defPPr>
          </a:lstStyle>
          <a:p>
            <a:pPr lvl="0" rtl="0"/>
            <a:r>
              <a:rPr lang="it-IT"/>
              <a:t>Fare clic per modificare lo stile del titolo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A89C7E07-3C67-C64C-8DA0-0404F6303970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F6AFD-B132-A2FA-E843-629880BBF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AE7E4D4-BAB6-0715-D29D-B551AB2DD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DCA24D8-0A0B-28FE-BE29-F0A13351D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21F1CF7-F2C8-490A-149F-070FC7B2B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29197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1A584-654B-4A83-1B4F-A67A4C591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A850B5B-20ED-AD45-9321-D5215D134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9F176E8-238C-6FA0-F4A3-45ED31461D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953C5D1-C00E-2F28-6771-B5CE9ABEE3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82669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it-IT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igura a mano libera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1" name="Figura a mano libera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2" name="Figura a mano libera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o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8" name="Figura a mano libera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9" name="Figura a mano libera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0" name="Figura a mano libera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1" name="Figura a mano libera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12" name="Tito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 spc="50" baseline="0"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sp>
        <p:nvSpPr>
          <p:cNvPr id="2" name="Segnaposto contenuto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it-IT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it-IT" sz="2000"/>
            </a:lvl2pPr>
            <a:lvl3pPr indent="-283464">
              <a:spcBef>
                <a:spcPts val="1800"/>
              </a:spcBef>
              <a:defRPr lang="it-IT" sz="2000"/>
            </a:lvl3pPr>
            <a:lvl4pPr indent="-283464">
              <a:spcBef>
                <a:spcPts val="1800"/>
              </a:spcBef>
              <a:defRPr lang="it-IT" sz="2000"/>
            </a:lvl4pPr>
            <a:lvl5pPr indent="-283464"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43" name="Segnaposto numero diapositiva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94A09A9-5501-47C1-A89A-A340965A2BE2}" type="slidenum">
              <a:rPr lang="it-IT" smtClean="0"/>
              <a:pPr/>
              <a:t>‹N›</a:t>
            </a:fld>
            <a:endParaRPr lang="it-IT" dirty="0">
              <a:latin typeface="+mn-lt"/>
            </a:endParaRPr>
          </a:p>
        </p:txBody>
      </p:sp>
      <p:sp>
        <p:nvSpPr>
          <p:cNvPr id="42" name="Segnaposto data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>
              <a:latin typeface="+mn-lt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sezio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immagin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it-IT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it-IT"/>
              <a:t>Fare clic sull'icona per inserire un'immagine</a:t>
            </a: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it-IT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it-IT" sz="2000"/>
            </a:lvl1pPr>
          </a:lstStyle>
          <a:p>
            <a:pPr rtl="0"/>
            <a:r>
              <a:rPr lang="it-IT"/>
              <a:t>Fare clic sull'icona per inserire un'immagine</a:t>
            </a:r>
          </a:p>
        </p:txBody>
      </p:sp>
      <p:sp>
        <p:nvSpPr>
          <p:cNvPr id="18" name="Segnaposto tes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it-IT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it-IT" sz="4000"/>
            </a:lvl2pPr>
            <a:lvl3pPr>
              <a:defRPr lang="it-IT" sz="4000"/>
            </a:lvl3pPr>
            <a:lvl4pPr>
              <a:defRPr lang="it-IT" sz="4000"/>
            </a:lvl4pPr>
            <a:lvl5pPr>
              <a:defRPr lang="it-IT" sz="4000"/>
            </a:lvl5pPr>
          </a:lstStyle>
          <a:p>
            <a:pPr lvl="0" rtl="0"/>
            <a:r>
              <a:rPr lang="it-IT"/>
              <a:t>Fare clic per inserire il testo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epilog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uppo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igura a mano libera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2" name="Figura a mano libera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3" name="Figura a mano libera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32" name="Tito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sp>
        <p:nvSpPr>
          <p:cNvPr id="2" name="Segnaposto contenuto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it-IT" sz="2000"/>
            </a:lvl1pPr>
            <a:lvl2pPr indent="-283464">
              <a:spcBef>
                <a:spcPts val="1800"/>
              </a:spcBef>
              <a:defRPr lang="it-IT" sz="2000"/>
            </a:lvl2pPr>
            <a:lvl3pPr indent="-283464">
              <a:spcBef>
                <a:spcPts val="1800"/>
              </a:spcBef>
              <a:defRPr lang="it-IT" sz="2000"/>
            </a:lvl3pPr>
            <a:lvl4pPr indent="-283464">
              <a:spcBef>
                <a:spcPts val="1800"/>
              </a:spcBef>
              <a:defRPr lang="it-IT" sz="2000"/>
            </a:lvl4pPr>
            <a:lvl5pPr indent="-283464"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94A09A9-5501-47C1-A89A-A340965A2BE2}" type="slidenum">
              <a:rPr lang="it-IT" smtClean="0"/>
              <a:pPr/>
              <a:t>‹N›</a:t>
            </a:fld>
            <a:endParaRPr lang="it-IT" dirty="0">
              <a:latin typeface="+mn-lt"/>
            </a:endParaRP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it-IT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igura a mano libera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1" name="Figura a mano libera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2" name="Figura a mano libera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Segnaposto tes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it-IT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it-IT" sz="4000"/>
            </a:lvl2pPr>
            <a:lvl3pPr>
              <a:defRPr lang="it-IT" sz="4000"/>
            </a:lvl3pPr>
            <a:lvl4pPr>
              <a:defRPr lang="it-IT" sz="4000"/>
            </a:lvl4pPr>
            <a:lvl5pPr>
              <a:defRPr lang="it-IT" sz="4000"/>
            </a:lvl5pPr>
          </a:lstStyle>
          <a:p>
            <a:pPr lvl="0" rtl="0"/>
            <a:r>
              <a:rPr lang="it-IT"/>
              <a:t>Fare clic per inserire il testo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due contenuti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igura a mano libera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3" name="Figura a mano libera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4" name="Figura a mano libera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16" name="Tito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sp>
        <p:nvSpPr>
          <p:cNvPr id="2" name="Segnaposto contenuto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it-IT" sz="2000"/>
            </a:lvl1pPr>
            <a:lvl2pPr marL="283464" indent="-283464">
              <a:spcBef>
                <a:spcPts val="1800"/>
              </a:spcBef>
              <a:defRPr lang="it-IT" sz="2000"/>
            </a:lvl2pPr>
            <a:lvl3pPr marL="594360" indent="-283464">
              <a:spcBef>
                <a:spcPts val="1800"/>
              </a:spcBef>
              <a:defRPr lang="it-IT" sz="2000"/>
            </a:lvl3pPr>
            <a:lvl4pPr marL="822960" indent="-283464">
              <a:spcBef>
                <a:spcPts val="1800"/>
              </a:spcBef>
              <a:defRPr lang="it-IT" sz="2000"/>
            </a:lvl4pPr>
            <a:lvl5pPr marL="1005840" indent="-283464"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3" name="Segnaposto contenuto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it-IT" sz="2000"/>
            </a:lvl1pPr>
            <a:lvl2pPr marL="283464" indent="-283464">
              <a:spcBef>
                <a:spcPts val="1800"/>
              </a:spcBef>
              <a:defRPr lang="it-IT" sz="2000"/>
            </a:lvl2pPr>
            <a:lvl3pPr marL="548640" indent="-283464">
              <a:spcBef>
                <a:spcPts val="1800"/>
              </a:spcBef>
              <a:defRPr lang="it-IT" sz="2000"/>
            </a:lvl3pPr>
            <a:lvl4pPr marL="822960" indent="-283464">
              <a:spcBef>
                <a:spcPts val="1800"/>
              </a:spcBef>
              <a:defRPr lang="it-IT" sz="2000"/>
            </a:lvl4pPr>
            <a:lvl5pPr marL="1005840" indent="-283464"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94A09A9-5501-47C1-A89A-A340965A2BE2}" type="slidenum">
              <a:rPr lang="it-IT" smtClean="0"/>
              <a:pPr/>
              <a:t>‹N›</a:t>
            </a:fld>
            <a:endParaRPr lang="it-IT" dirty="0">
              <a:latin typeface="+mn-lt"/>
            </a:endParaRPr>
          </a:p>
        </p:txBody>
      </p:sp>
      <p:sp>
        <p:nvSpPr>
          <p:cNvPr id="8" name="Segnaposto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>
              <a:latin typeface="+mn-lt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o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Forma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3" name="Figura a mano libera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4" name="Figura a mano libera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8" name="Figura a mano libera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9" name="Figura a mano libera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16" name="Tito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Segnaposto contenut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it-IT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it-IT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it-IT" sz="2000"/>
            </a:lvl3pPr>
            <a:lvl4pPr marL="1371600" indent="0">
              <a:spcBef>
                <a:spcPts val="1800"/>
              </a:spcBef>
              <a:buFont typeface="+mj-lt"/>
              <a:buNone/>
              <a:defRPr lang="it-IT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endParaRPr lang="it-IT" dirty="0"/>
          </a:p>
        </p:txBody>
      </p:sp>
      <p:sp>
        <p:nvSpPr>
          <p:cNvPr id="2" name="Segnaposto contenuto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it-IT" sz="2000"/>
            </a:lvl1pPr>
            <a:lvl2pPr marL="283464" indent="-283464">
              <a:spcBef>
                <a:spcPts val="1800"/>
              </a:spcBef>
              <a:defRPr lang="it-IT" sz="2000"/>
            </a:lvl2pPr>
            <a:lvl3pPr marL="548640" indent="-283464">
              <a:spcBef>
                <a:spcPts val="1800"/>
              </a:spcBef>
              <a:defRPr lang="it-IT" sz="2000"/>
            </a:lvl3pPr>
            <a:lvl4pPr marL="822960" indent="-283464">
              <a:spcBef>
                <a:spcPts val="1800"/>
              </a:spcBef>
              <a:defRPr lang="it-IT" sz="2000"/>
            </a:lvl4pPr>
            <a:lvl5pPr marL="1005840" indent="-283464"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94A09A9-5501-47C1-A89A-A340965A2BE2}" type="slidenum">
              <a:rPr lang="it-IT" smtClean="0"/>
              <a:pPr/>
              <a:t>‹N›</a:t>
            </a:fld>
            <a:endParaRPr lang="it-IT" dirty="0">
              <a:latin typeface="+mn-lt"/>
            </a:endParaRPr>
          </a:p>
        </p:txBody>
      </p:sp>
      <p:sp>
        <p:nvSpPr>
          <p:cNvPr id="8" name="Segnaposto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titolo e immagi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o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sp>
        <p:nvSpPr>
          <p:cNvPr id="3" name="Segnaposto contenuto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it-IT" sz="2000"/>
            </a:lvl1pPr>
            <a:lvl2pPr indent="-283464">
              <a:spcBef>
                <a:spcPts val="1800"/>
              </a:spcBef>
              <a:defRPr lang="it-IT" sz="2000"/>
            </a:lvl2pPr>
            <a:lvl3pPr indent="-283464">
              <a:spcBef>
                <a:spcPts val="1800"/>
              </a:spcBef>
              <a:defRPr lang="it-IT" sz="2000"/>
            </a:lvl3pPr>
            <a:lvl4pPr indent="-283464">
              <a:spcBef>
                <a:spcPts val="1800"/>
              </a:spcBef>
              <a:defRPr lang="it-IT" sz="2000"/>
            </a:lvl4pPr>
            <a:lvl5pPr indent="-283464"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it-IT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sull'icona per inserire un'immagine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94A09A9-5501-47C1-A89A-A340965A2BE2}" type="slidenum">
              <a:rPr lang="it-IT" smtClean="0"/>
              <a:pPr/>
              <a:t>‹N›</a:t>
            </a:fld>
            <a:endParaRPr lang="it-IT" dirty="0">
              <a:latin typeface="+mn-lt"/>
            </a:endParaRPr>
          </a:p>
        </p:txBody>
      </p:sp>
      <p:sp>
        <p:nvSpPr>
          <p:cNvPr id="8" name="Segnaposto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del titolo e tabel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o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igura a mano libera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5" name="Figura a mano libera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7" name="Figura a mano libera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16" name="Tito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Segnaposto contenut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it-IT" sz="2000"/>
            </a:lvl1pPr>
            <a:lvl2pPr marL="457200" indent="0">
              <a:spcBef>
                <a:spcPts val="1800"/>
              </a:spcBef>
              <a:buNone/>
              <a:defRPr lang="it-IT" sz="2000"/>
            </a:lvl2pPr>
            <a:lvl3pPr marL="914400" indent="0">
              <a:spcBef>
                <a:spcPts val="1800"/>
              </a:spcBef>
              <a:buNone/>
              <a:defRPr lang="it-IT" sz="2000"/>
            </a:lvl3pPr>
            <a:lvl4pPr marL="1371600" indent="0">
              <a:spcBef>
                <a:spcPts val="1800"/>
              </a:spcBef>
              <a:buNone/>
              <a:defRPr lang="it-IT" sz="2000"/>
            </a:lvl4pPr>
            <a:lvl5pPr marL="1828800" indent="0">
              <a:spcBef>
                <a:spcPts val="1800"/>
              </a:spcBef>
              <a:buNone/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it-IT" sz="2000"/>
            </a:lvl1pPr>
            <a:lvl2pPr>
              <a:spcBef>
                <a:spcPts val="600"/>
              </a:spcBef>
              <a:defRPr lang="it-IT" sz="2000"/>
            </a:lvl2pPr>
            <a:lvl3pPr>
              <a:spcBef>
                <a:spcPts val="1800"/>
              </a:spcBef>
              <a:defRPr lang="it-IT" sz="2000"/>
            </a:lvl3pPr>
            <a:lvl4pPr>
              <a:spcBef>
                <a:spcPts val="1800"/>
              </a:spcBef>
              <a:defRPr lang="it-IT" sz="2000"/>
            </a:lvl4pPr>
            <a:lvl5pPr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94A09A9-5501-47C1-A89A-A340965A2BE2}" type="slidenum">
              <a:rPr lang="it-IT" smtClean="0"/>
              <a:pPr/>
              <a:t>‹N›</a:t>
            </a:fld>
            <a:endParaRPr lang="it-IT" dirty="0">
              <a:latin typeface="+mn-lt"/>
            </a:endParaRPr>
          </a:p>
        </p:txBody>
      </p:sp>
      <p:sp>
        <p:nvSpPr>
          <p:cNvPr id="8" name="Segnaposto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due contenuti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igura a mano libera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3" name="Figura a mano libera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4" name="Figura a mano libera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16" name="Tito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it-IT" sz="2000"/>
            </a:lvl1pPr>
            <a:lvl2pPr>
              <a:spcBef>
                <a:spcPts val="600"/>
              </a:spcBef>
              <a:defRPr lang="it-IT" sz="2000"/>
            </a:lvl2pPr>
            <a:lvl3pPr>
              <a:spcBef>
                <a:spcPts val="1800"/>
              </a:spcBef>
              <a:defRPr lang="it-IT" sz="2000"/>
            </a:lvl3pPr>
            <a:lvl4pPr>
              <a:spcBef>
                <a:spcPts val="1800"/>
              </a:spcBef>
              <a:defRPr lang="it-IT" sz="2000"/>
            </a:lvl4pPr>
            <a:lvl5pPr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7" name="Segnaposto contenut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it-IT" sz="2000"/>
            </a:lvl1pPr>
            <a:lvl2pPr>
              <a:spcBef>
                <a:spcPts val="1800"/>
              </a:spcBef>
              <a:defRPr lang="it-IT" sz="2000"/>
            </a:lvl2pPr>
            <a:lvl3pPr>
              <a:spcBef>
                <a:spcPts val="1800"/>
              </a:spcBef>
              <a:defRPr lang="it-IT" sz="2000"/>
            </a:lvl3pPr>
            <a:lvl4pPr>
              <a:spcBef>
                <a:spcPts val="1800"/>
              </a:spcBef>
              <a:defRPr lang="it-IT" sz="2000"/>
            </a:lvl4pPr>
            <a:lvl5pPr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8" name="Segnaposto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>
              <a:latin typeface="+mn-lt"/>
            </a:endParaRP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94A09A9-5501-47C1-A89A-A340965A2BE2}" type="slidenum">
              <a:rPr lang="it-IT" smtClean="0"/>
              <a:pPr/>
              <a:t>‹N›</a:t>
            </a:fld>
            <a:endParaRPr lang="it-IT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a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o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sp>
        <p:nvSpPr>
          <p:cNvPr id="9" name="Segnaposto tabella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it-IT"/>
            </a:lvl1pPr>
          </a:lstStyle>
          <a:p>
            <a:pPr rtl="0"/>
            <a:r>
              <a:rPr lang="it-IT"/>
              <a:t>Fare clic sull'icona per inserire una tabella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94A09A9-5501-47C1-A89A-A340965A2BE2}" type="slidenum">
              <a:rPr lang="it-IT" smtClean="0"/>
              <a:pPr/>
              <a:t>‹N›</a:t>
            </a:fld>
            <a:endParaRPr lang="it-IT" dirty="0">
              <a:latin typeface="+mn-lt"/>
            </a:endParaRPr>
          </a:p>
        </p:txBody>
      </p:sp>
      <p:sp>
        <p:nvSpPr>
          <p:cNvPr id="8" name="Segnaposto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>
              <a:latin typeface="+mn-lt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it-IT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igura a mano libera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1" name="Figura a mano libera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2" name="Figura a mano libera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18" name="Segnaposto tes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it-IT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it-IT" sz="4000"/>
            </a:lvl2pPr>
            <a:lvl3pPr>
              <a:defRPr lang="it-IT" sz="4000"/>
            </a:lvl3pPr>
            <a:lvl4pPr>
              <a:defRPr lang="it-IT" sz="4000"/>
            </a:lvl4pPr>
            <a:lvl5pPr>
              <a:defRPr lang="it-IT" sz="4000"/>
            </a:lvl5pPr>
          </a:lstStyle>
          <a:p>
            <a:pPr lvl="0" rtl="0"/>
            <a:r>
              <a:rPr lang="it-IT"/>
              <a:t>Fare clic per inserire il testo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it-IT"/>
            </a:defPPr>
          </a:lstStyle>
          <a:p>
            <a:pPr lvl="0" rtl="0"/>
            <a:r>
              <a:rPr lang="it-IT"/>
              <a:t>Fare clic per modificare lo stile del titolo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2" name="Segnaposto tito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/>
              <a:t>Fare clic per modificare lo stile del titolo</a:t>
            </a:r>
          </a:p>
        </p:txBody>
      </p:sp>
      <p:sp>
        <p:nvSpPr>
          <p:cNvPr id="30" name="Segnaposto dat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it-IT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it-IT" dirty="0">
              <a:latin typeface="+mn-lt"/>
            </a:endParaRPr>
          </a:p>
        </p:txBody>
      </p:sp>
      <p:sp>
        <p:nvSpPr>
          <p:cNvPr id="32" name="Segnaposto numero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it-IT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it-IT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it-IT">
          <a:solidFill>
            <a:schemeClr val="tx2"/>
          </a:solidFill>
        </a:defRPr>
      </a:lvl2pPr>
      <a:lvl3pPr eaLnBrk="1" hangingPunct="1">
        <a:defRPr lang="it-IT">
          <a:solidFill>
            <a:schemeClr val="tx2"/>
          </a:solidFill>
        </a:defRPr>
      </a:lvl3pPr>
      <a:lvl4pPr eaLnBrk="1" hangingPunct="1">
        <a:defRPr lang="it-IT">
          <a:solidFill>
            <a:schemeClr val="tx2"/>
          </a:solidFill>
        </a:defRPr>
      </a:lvl4pPr>
      <a:lvl5pPr eaLnBrk="1" hangingPunct="1">
        <a:defRPr lang="it-IT">
          <a:solidFill>
            <a:schemeClr val="tx2"/>
          </a:solidFill>
        </a:defRPr>
      </a:lvl5pPr>
      <a:lvl6pPr eaLnBrk="1" hangingPunct="1">
        <a:defRPr lang="it-IT">
          <a:solidFill>
            <a:schemeClr val="tx2"/>
          </a:solidFill>
        </a:defRPr>
      </a:lvl6pPr>
      <a:lvl7pPr eaLnBrk="1" hangingPunct="1">
        <a:defRPr lang="it-IT">
          <a:solidFill>
            <a:schemeClr val="tx2"/>
          </a:solidFill>
        </a:defRPr>
      </a:lvl7pPr>
      <a:lvl8pPr eaLnBrk="1" hangingPunct="1">
        <a:defRPr lang="it-IT">
          <a:solidFill>
            <a:schemeClr val="tx2"/>
          </a:solidFill>
        </a:defRPr>
      </a:lvl8pPr>
      <a:lvl9pPr eaLnBrk="1" hangingPunct="1">
        <a:defRPr lang="it-IT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it-IT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Privacy Shield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Team </a:t>
            </a:r>
            <a:r>
              <a:rPr lang="it-IT" dirty="0" err="1"/>
              <a:t>members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 rtlCol="0"/>
          <a:lstStyle>
            <a:defPPr>
              <a:defRPr lang="it-IT"/>
            </a:defPPr>
          </a:lstStyle>
          <a:p>
            <a:pPr rtl="0"/>
            <a:r>
              <a:rPr lang="it-IT" dirty="0"/>
              <a:t>Gabriele Turchetti</a:t>
            </a:r>
          </a:p>
          <a:p>
            <a:pPr rtl="0"/>
            <a:r>
              <a:rPr lang="it-IT" dirty="0"/>
              <a:t>Donaldo Buzi</a:t>
            </a:r>
          </a:p>
          <a:p>
            <a:pPr rtl="0"/>
            <a:r>
              <a:rPr lang="it-IT" dirty="0" err="1"/>
              <a:t>Haron</a:t>
            </a:r>
            <a:r>
              <a:rPr lang="it-IT" dirty="0"/>
              <a:t> </a:t>
            </a:r>
            <a:r>
              <a:rPr lang="it-IT" dirty="0" err="1"/>
              <a:t>Obaid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Idea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 rtlCol="0">
            <a:normAutofit/>
          </a:bodyPr>
          <a:lstStyle>
            <a:defPPr>
              <a:defRPr lang="it-IT"/>
            </a:defPPr>
          </a:lstStyle>
          <a:p>
            <a:r>
              <a:rPr lang="en-US" dirty="0"/>
              <a:t>The project consists of a device that can be attached to doors </a:t>
            </a:r>
            <a:r>
              <a:rPr lang="en-US" b="1" dirty="0"/>
              <a:t>or</a:t>
            </a:r>
            <a:r>
              <a:rPr lang="en-US" dirty="0"/>
              <a:t> windows to mask the noise coming from a room.</a:t>
            </a:r>
          </a:p>
          <a:p>
            <a:r>
              <a:rPr lang="en-US" dirty="0"/>
              <a:t>The main goal is to mask a type of noise inside the room to prevent people outside from overhearing them.</a:t>
            </a:r>
          </a:p>
          <a:p>
            <a:r>
              <a:rPr lang="en-US" dirty="0"/>
              <a:t>This goal is accomplished by one or more devices that capture sound detect if there is a conversation or other type of noise, and mask it with the most appropriate sound emitted by a transducer attached to the door or window.</a:t>
            </a:r>
            <a:endParaRPr lang="it-IT" dirty="0"/>
          </a:p>
        </p:txBody>
      </p: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igura a mano libera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1" name="Figura a mano libera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2" name="Figura a mano libera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Edge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9778365" cy="3597470"/>
          </a:xfrm>
        </p:spPr>
        <p:txBody>
          <a:bodyPr rtlCol="0"/>
          <a:lstStyle>
            <a:defPPr>
              <a:defRPr lang="it-IT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 a multi-device network, a Leader is elected based on which node detects the highest noise intensity.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Leader identifies the sound type, if it matches a specific target profile, it coordinates the Followers to emit a synchronized anti-noise signal to mask the disturbance.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Information about all devices is sent to the cloud to generate statistics and monitor the state of the network, such as battery levels, device reachability, and more.</a:t>
            </a: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B204F-8143-4068-B91C-948B7FC83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D45E95-4D36-3E83-8B2B-0A1A65963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IoT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4256EDB-51D0-379C-1A25-02185031E00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9778365" cy="3597470"/>
          </a:xfrm>
        </p:spPr>
        <p:txBody>
          <a:bodyPr rtlCol="0"/>
          <a:lstStyle>
            <a:defPPr>
              <a:defRPr lang="it-IT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Configuration will be performed via a web application that a user can access when within the network's range.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network status can be viewed either via the internal network or via the cloud if the user is remote.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settings include which devices should be turned on or off, the intensity of the masking noise, the preferred noise type to emit, and so forth.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22941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1FA10-BEA1-7590-DB75-48664BC30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A9B2DD-5E12-42CC-A055-19F637CE6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 err="1"/>
              <a:t>Implementation</a:t>
            </a:r>
            <a:r>
              <a:rPr lang="it-IT" dirty="0"/>
              <a:t> plan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8314D6-4378-AB20-CFBC-C7223339F89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9778365" cy="3597470"/>
          </a:xfrm>
        </p:spPr>
        <p:txBody>
          <a:bodyPr rtlCol="0">
            <a:normAutofit fontScale="92500"/>
          </a:bodyPr>
          <a:lstStyle>
            <a:defPPr>
              <a:defRPr lang="it-IT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Audio Algorithm Update: </a:t>
            </a:r>
            <a:r>
              <a:rPr lang="en-US" dirty="0"/>
              <a:t>Replaced the white noise concept with the Adaptive Masking Algorithm utilizing Pink or Brown noise for better acoustic masking.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Feedback Loop Fix: </a:t>
            </a:r>
            <a:r>
              <a:rPr lang="en-US" dirty="0"/>
              <a:t>Added the requirement for an Acoustic Echo Cancellation (AEC) DSP pipeline to prevent infinite positive feedback between the microphone and the transducer.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Network Stability: </a:t>
            </a:r>
            <a:r>
              <a:rPr lang="en-US" dirty="0"/>
              <a:t>Introduced hysteresis and threshold logic to the Dynamic Master-Slave election algorithm to prevent network thrashing when ambient noise fluctuates.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Cloud Privacy Clarification: </a:t>
            </a:r>
            <a:r>
              <a:rPr lang="en-US" dirty="0"/>
              <a:t>Explicitly stated in Sprint 2 that cloud telemetry only sends timestamps and activation states.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Machine Learning Addition: </a:t>
            </a:r>
            <a:r>
              <a:rPr lang="en-US" dirty="0"/>
              <a:t>Added a Sprint 3 requirement to implement an algorithm for recognizing and targeting power tool noise signatures.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65002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Hardware list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F2E863-4A4C-76FE-444A-083F9304338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00800" y="3432175"/>
            <a:ext cx="5045075" cy="2994025"/>
          </a:xfrm>
        </p:spPr>
        <p:txBody>
          <a:bodyPr rtlCol="0">
            <a:normAutofit/>
          </a:bodyPr>
          <a:lstStyle>
            <a:defPPr>
              <a:defRPr lang="it-IT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I2S Microphone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Dayton Audio DAEX25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MAX98357A Amplifier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22 AWG Speaker Wire</a:t>
            </a:r>
            <a:endParaRPr lang="it-IT" dirty="0"/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204EBC4E-95AF-AC53-AA85-2805A060FCD4}"/>
              </a:ext>
            </a:extLst>
          </p:cNvPr>
          <p:cNvSpPr txBox="1">
            <a:spLocks/>
          </p:cNvSpPr>
          <p:nvPr/>
        </p:nvSpPr>
        <p:spPr>
          <a:xfrm>
            <a:off x="746125" y="3432175"/>
            <a:ext cx="5045075" cy="2994025"/>
          </a:xfrm>
          <a:prstGeom prst="rect">
            <a:avLst/>
          </a:prstGeom>
        </p:spPr>
        <p:txBody>
          <a:bodyPr vert="horz" lIns="0" tIns="228600" rIns="0" bIns="0" rtlCol="0">
            <a:normAutofit/>
          </a:bodyPr>
          <a:lstStyle>
            <a:defPPr>
              <a:defRPr lang="it-IT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ESP32-S3 Microcontroller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Breadboard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Connectors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Battery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Thank </a:t>
            </a:r>
            <a:r>
              <a:rPr lang="it-IT" dirty="0" err="1"/>
              <a:t>you</a:t>
            </a:r>
            <a:r>
              <a:rPr lang="it-IT" dirty="0"/>
              <a:t> for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attention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zata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4_TF78853419_Win32" id="{3ED6E92A-08EA-49C8-8CDD-3C359BC72750}" vid="{18A8D122-DF74-4B77-85CD-55A103CD41C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{785435E1-9148-4841-B3A7-B067CB85BE0C}TFd3b75063-ff25-434d-b12c-efeaf07d16c334affd20_win32-5734969a4ae3</Template>
  <TotalTime>0</TotalTime>
  <Words>400</Words>
  <Application>Microsoft Office PowerPoint</Application>
  <PresentationFormat>Widescreen</PresentationFormat>
  <Paragraphs>41</Paragraphs>
  <Slides>8</Slides>
  <Notes>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3" baseType="lpstr">
      <vt:lpstr>Arial</vt:lpstr>
      <vt:lpstr>Calibri</vt:lpstr>
      <vt:lpstr>Franklin Gothic Book</vt:lpstr>
      <vt:lpstr>Franklin Gothic Demi</vt:lpstr>
      <vt:lpstr>Personalizzata</vt:lpstr>
      <vt:lpstr>Privacy Shield</vt:lpstr>
      <vt:lpstr>Team members</vt:lpstr>
      <vt:lpstr>Idea</vt:lpstr>
      <vt:lpstr>Edge</vt:lpstr>
      <vt:lpstr>IoT</vt:lpstr>
      <vt:lpstr>Implementation plan</vt:lpstr>
      <vt:lpstr>Hardware list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Gabriele Turchetti</dc:creator>
  <cp:lastModifiedBy>Gabriele Turchetti</cp:lastModifiedBy>
  <cp:revision>2</cp:revision>
  <dcterms:created xsi:type="dcterms:W3CDTF">2026-04-23T06:57:18Z</dcterms:created>
  <dcterms:modified xsi:type="dcterms:W3CDTF">2026-04-23T08:26:52Z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